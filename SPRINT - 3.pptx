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9683A-BFF9-83C1-CB0F-6AC552B66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B1892-7957-FB2E-BCE0-8EF9B4CD5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43941-B57E-4021-80B4-DDA35486A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B561B-7CD6-CC98-6F1F-F090BA45A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30501-B11D-6075-10CC-18596132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860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086AB-DC74-2732-CAAE-CDEF53A5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D970E-B49D-8A77-257D-E2D3D58FD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57C3C-9ADB-9B16-5074-2F8F545D7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E4EAA-502B-2C64-8F4C-BDC2D22C5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A0F8E-18DB-FDBE-6618-FF3B5FAF5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35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4976-3816-6743-A2AE-596DA57F5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F4C8F-29A4-C57C-7D34-98E147B15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507DD-4E2B-D7CC-5293-703DBCDC7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ACC4F-494E-FC3F-4958-560C2FC1F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1DDDD-2ADA-BDC0-3902-07D968BB3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599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6EBB-AE12-7265-B6EC-AA3790E9C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9DED1-CCFC-074C-A618-8BE6CA270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5F52B-5DA0-C9A8-016C-C02B67CFD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842AA-938B-80E8-4610-C593D0D0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F460B-A4C6-A887-613C-5C3D6BAE9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F4974-E237-253B-3773-7E6360EBA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46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F81DB-14DB-B547-C674-6DCCD485C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DACD7-8414-ECFC-7701-4D4278B5F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92426-EEFC-2369-4868-93AF11032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F6C6C7-AE68-524F-0BDD-C97266EB9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A7E7AC-3702-8E54-8F45-EEE7CEB4F1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57BA01-5FF1-7914-83C4-D8BE37B02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8CDB71-0FB9-5B49-E5E8-820E8391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1F784-63DA-0830-A779-1C606CCB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511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D7F80-171E-39A5-8C18-F794FA364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338E57-5D5F-2F64-9D00-271883F36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0D79F-8C2D-AA6B-A75B-02349C56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073587-CF97-0391-06E7-9CA8C090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719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640A71-E9E5-FAB7-59A1-8F1A3E95E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213CB9-4255-DCE6-0086-EBCD73372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E7CC7-7C09-723E-0FC3-066B0E276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79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69925-AC62-DAFE-24CE-81CC140D1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13C6A-2BC8-8A88-DC5F-A32C4C3DC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78943-5C84-24EE-324F-8219CB688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2139F-996D-3679-48E4-A9E5AE71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DCBE2-7E73-CDFC-29C1-EF85C0785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7225B-5650-FFFC-D07A-B690159C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43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3F526-C996-E6CD-B0CB-E51BF309B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78D626-7151-3CFB-8D2A-EC22162FF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FB106-A78B-3B87-8983-4FAE19BDF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FB76D-7F85-C6C9-E847-CEB9E885F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5F325-13E0-1405-7581-51B79189A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0CDC1-65D3-A5F3-0253-20936E4C2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628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4D466-67E0-31D5-C8F5-8446D0171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9BAA4-E106-B80D-3E09-A03CC112B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A7C53-01DC-8D36-2A8B-A913A7221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95333-0330-8761-938B-51C9FCD68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EC264-EAB4-F9E4-51DB-36C52E90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828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A4120D-649D-DD18-1D34-DCFB5B69EA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3C4CF9-3C1A-DFD8-BEB1-9CA2AFE73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66E15-0FDB-96C1-5A35-FDCC3A023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CDA41-93D4-0AD2-EB9A-4C46554A1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685A3-04E2-2E8B-71F4-80641B68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572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1B6BFF-8F9B-AE51-87DB-5B323866E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E10DD-F6E3-55E0-CF61-38918F884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3E29E-1148-3FD7-F7D0-BC2560766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86478-75A3-3EB4-BCBA-93AAB48A2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9C05E-F2DE-69A6-FFA4-E8F5ED31D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483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oftware solutions ...">
            <a:extLst>
              <a:ext uri="{FF2B5EF4-FFF2-40B4-BE49-F238E27FC236}">
                <a16:creationId xmlns:a16="http://schemas.microsoft.com/office/drawing/2014/main" id="{55726E39-92DC-856A-AA9C-B9D077C0B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110" y="453462"/>
            <a:ext cx="2525404" cy="2525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868304-3638-111A-C293-E7889E141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812" y="2978866"/>
            <a:ext cx="9144000" cy="953576"/>
          </a:xfrm>
        </p:spPr>
        <p:txBody>
          <a:bodyPr/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RyniXsoft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AC3CE0-ACB1-490B-BF4C-8513A60D2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155" y="4555614"/>
            <a:ext cx="9144000" cy="953576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MANIKANDAN G – RXS26133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UI/UX DESIGNER</a:t>
            </a:r>
          </a:p>
        </p:txBody>
      </p:sp>
    </p:spTree>
    <p:extLst>
      <p:ext uri="{BB962C8B-B14F-4D97-AF65-F5344CB8AC3E}">
        <p14:creationId xmlns:p14="http://schemas.microsoft.com/office/powerpoint/2010/main" val="3849980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FC42-2CE6-B299-1126-A5DACCBEA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High-Fidelity UI Design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1021F-B37C-8D29-392D-8A02147FF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High-Fidelity UI Design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a detailed and realistic version of a user interface that closely represents the final product. It includes actual design elements such as colors, typography, images, icons, spacing, and interactive components.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/>
              <a:t>Uses real colors, fonts, and styling </a:t>
            </a:r>
          </a:p>
          <a:p>
            <a:pPr lvl="1"/>
            <a:r>
              <a:rPr lang="en-US" sz="2000" dirty="0"/>
              <a:t>Includes images, icons, and detailed layouts </a:t>
            </a:r>
          </a:p>
          <a:p>
            <a:pPr lvl="1"/>
            <a:r>
              <a:rPr lang="en-US" sz="2000" dirty="0"/>
              <a:t>Represents the final look of the application </a:t>
            </a:r>
          </a:p>
          <a:p>
            <a:pPr lvl="1"/>
            <a:r>
              <a:rPr lang="en-US" sz="2000" dirty="0"/>
              <a:t>May include interactive elements (buttons, hover effects) </a:t>
            </a:r>
          </a:p>
          <a:p>
            <a:pPr lvl="1"/>
            <a:r>
              <a:rPr lang="en-US" sz="2000" dirty="0"/>
              <a:t>Designed using tools like Figma or Adobe XD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618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6F26B7-6FC5-51ED-2B0B-F59F328B6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85735E-5022-4C1E-2BD9-45FEE98202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/>
              <a:t>The login page is designed as a minimal and focused interface for user authentication.</a:t>
            </a:r>
          </a:p>
          <a:p>
            <a:pPr algn="just"/>
            <a:r>
              <a:rPr lang="en-US" sz="2000" dirty="0"/>
              <a:t>Role-based access (HR, Team Lead, Employee)</a:t>
            </a:r>
            <a:endParaRPr lang="en-IN" sz="20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83476A5-0270-002B-6C1D-D8662610B4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21582" y="2319073"/>
            <a:ext cx="5181600" cy="336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025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348258-2B6C-3B24-4DA1-984CCF7F3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EADC39-2628-A99F-24C1-5AEF2298EF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HR dashboard acts as the main control panel for managing workforce data.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Sidebar navigation for easy access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section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statistics (Female, Male, Partnerships, Clients)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buttons such as: 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Performance 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 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Development 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 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763A4BA-D42A-B1A9-D4C3-C0BEE2C649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84352"/>
            <a:ext cx="5181600" cy="423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479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62711A1-1E7C-E577-B1A6-D65150D5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LIST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DD8B0F2-8612-73CD-5531-E3EBC008B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62043"/>
            <a:ext cx="4253345" cy="2496993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displays all employee records in a structured table format.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details (ID, Name, Role, Department) 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indicators (Active, Inactive) 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information 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and export options 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employee button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4F2F977-1FCD-DEA9-1F78-C9A8E582E9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72099" y="1825625"/>
            <a:ext cx="6372797" cy="419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94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9420-56E2-1C4B-81B8-F634C3C85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PAGE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7144D-A59F-07F5-CFC0-767A2FAA69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3053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is designed to manage and monitor tasks across teams.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categories: 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Do 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Progress 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Review 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details (Assignee, Project, Deadline, Priority)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task button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 functionality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71A53B-BC14-FFB0-7219-829FDB8D3A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51317" y="2077509"/>
            <a:ext cx="6346865" cy="369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17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9BFCE-7948-0951-8B75-8E8F1CDEB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ATTENDENCE PAGE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0BDA7-C85F-0E26-DB24-6400DB913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21178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attendance overview page provides detailed insights into employee attendance.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summary (Present, Absent, Away) 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navigation 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 options 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table with clock-in and clock-out time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20A9F73-DB59-7AB9-F02E-294A82D945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74672" y="2197439"/>
            <a:ext cx="6578083" cy="373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782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56EB-58DC-6628-6935-E3DCA79B0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3FDBE-B735-FA17-94A9-02BBEFBB8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461164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is designed to manage and monitor tasks across teams.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categories: 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Do 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Progress 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Review 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details (Assignee, Project, Deadline, Priority)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task button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 functionality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6CDDF5A-95B0-DDD8-EDF0-A939DD0CFC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51764" y="2099980"/>
            <a:ext cx="6339965" cy="380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832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AA005-33CD-9255-9114-3F887B323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PAGE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F9E78-ACDC-F229-938C-A85B8971D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346864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payroll page manages employee salary and payment details.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pay information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status (Paid, Failed, Pending)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date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records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46B972B-6489-149F-31B3-C97FF63D56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50877" y="2173231"/>
            <a:ext cx="6398223" cy="365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634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565E2-1273-4A36-D333-5D1061F0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STRUCTURE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A706D2-CAB1-79C8-287C-C628B031E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includes a sidebar navigation menu that allows users to easily move between different sections of the platform.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navigation options include: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Employee Performance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Payroll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Attendance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Schedule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Task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6850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7D98E0-5179-7198-7864-3A31617D6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4132" y="2766218"/>
            <a:ext cx="4323735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lgerian" panose="04020705040A02060702" pitchFamily="82" charset="0"/>
              </a:rPr>
              <a:t>THANK YOU</a:t>
            </a:r>
            <a:endParaRPr lang="en-IN" sz="6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103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404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Arial</vt:lpstr>
      <vt:lpstr>Calibri</vt:lpstr>
      <vt:lpstr>Calibri Light</vt:lpstr>
      <vt:lpstr>Times New Roman</vt:lpstr>
      <vt:lpstr>Office Theme</vt:lpstr>
      <vt:lpstr>RyniXsoft</vt:lpstr>
      <vt:lpstr>High-Fidelity UI Design</vt:lpstr>
      <vt:lpstr>LOGIN PAGE</vt:lpstr>
      <vt:lpstr>HR DASHBOARD</vt:lpstr>
      <vt:lpstr>EMPLOYEE LIST</vt:lpstr>
      <vt:lpstr>TASK PAGE</vt:lpstr>
      <vt:lpstr>ATTENDENCE PAGE</vt:lpstr>
      <vt:lpstr>PAYROLL</vt:lpstr>
      <vt:lpstr>SCHEDULE PAGE</vt:lpstr>
      <vt:lpstr>NAVIGATION STRUCTURE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MANIKANDAN G</dc:creator>
  <cp:lastModifiedBy>MANIKANDAN G</cp:lastModifiedBy>
  <cp:revision>3</cp:revision>
  <dcterms:created xsi:type="dcterms:W3CDTF">2026-03-21T12:25:56Z</dcterms:created>
  <dcterms:modified xsi:type="dcterms:W3CDTF">2026-03-21T14:30:41Z</dcterms:modified>
</cp:coreProperties>
</file>