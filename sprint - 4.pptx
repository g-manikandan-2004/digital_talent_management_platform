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34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A5FCA-4979-4A07-9DB4-B57407C101DD}" type="datetimeFigureOut">
              <a:rPr lang="en-US" smtClean="0"/>
              <a:t>3/30/2026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032FE-0D7B-4CAD-BB76-9B5B363017A1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 err="1" smtClean="0">
                <a:latin typeface="Times New Roman" pitchFamily="18" charset="0"/>
                <a:cs typeface="Times New Roman" pitchFamily="18" charset="0"/>
              </a:rPr>
              <a:t>RyniXsoft</a:t>
            </a:r>
            <a:endParaRPr lang="en-S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MANIKANDAN G – RXS26133</a:t>
            </a:r>
            <a:endParaRPr lang="en-S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RyniXsoft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RyniXsoft</dc:title>
  <dc:creator>Jessica-Grace</dc:creator>
  <cp:lastModifiedBy>Jessica-Grace</cp:lastModifiedBy>
  <cp:revision>2</cp:revision>
  <dcterms:created xsi:type="dcterms:W3CDTF">2026-03-30T09:05:36Z</dcterms:created>
  <dcterms:modified xsi:type="dcterms:W3CDTF">2026-03-30T09:18:20Z</dcterms:modified>
</cp:coreProperties>
</file>